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The Forgotten 40%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DD3FC"/>
                </a:solidFill>
                <a:latin typeface="Segoe UI"/>
              </a:defRPr>
            </a:pPr>
            <a:r>
              <a:t>70% of 8th graders aren't proficient in reading. 34% can barely decode text.</a:t>
            </a:r>
          </a:p>
          <a:p>
            <a:pPr algn="ctr">
              <a:spcBef>
                <a:spcPts val="1600"/>
              </a:spcBef>
              <a:defRPr sz="2200" b="0">
                <a:solidFill>
                  <a:srgbClr val="94A3B8"/>
                </a:solidFill>
                <a:latin typeface="Segoe UI"/>
              </a:defRPr>
            </a:pPr>
            <a:r>
              <a:t>The system built to catch them — RTI — runs on clipboard tallies and guesswork.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Pacer — AI-Powered Reading Struggle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Nobody Knows How Kids Struggle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  <a:latin typeface="Segoe UI"/>
              </a:rPr>
              <a:t>•  120+ students per teacher</a:t>
            </a:r>
            <a:r>
              <a:rPr sz="2200" b="0">
                <a:solidFill>
                  <a:srgbClr val="F1F5F9"/>
                </a:solidFill>
                <a:latin typeface="Segoe UI"/>
              </a:rPr>
              <a:t> — trained to teach content, not diagnose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  <a:latin typeface="Segoe UI"/>
              </a:rPr>
              <a:t>•  Words-per-minute</a:t>
            </a:r>
            <a:r>
              <a:rPr sz="2200" b="0">
                <a:solidFill>
                  <a:srgbClr val="F1F5F9"/>
                </a:solidFill>
                <a:latin typeface="Segoe UI"/>
              </a:rPr>
              <a:t> is a blunt metric that misses hesitations, partial attempts, self-corrections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  <a:latin typeface="Segoe UI"/>
              </a:rPr>
              <a:t>•  Middle school is the last window</a:t>
            </a:r>
            <a:r>
              <a:rPr sz="2200" b="0">
                <a:solidFill>
                  <a:srgbClr val="F1F5F9"/>
                </a:solidFill>
                <a:latin typeface="Segoe UI"/>
              </a:rPr>
              <a:t> — after 8th grade, outcomes calcify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83479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  <a:latin typeface="Segoe UI"/>
              </a:rPr>
              <a:t>•  ASR for adults: ~95% accurate.</a:t>
            </a:r>
            <a:r>
              <a:rPr sz="2200" b="0">
                <a:solidFill>
                  <a:srgbClr val="F1F5F9"/>
                </a:solidFill>
                <a:latin typeface="Segoe UI"/>
              </a:rPr>
              <a:t> For struggling children: ~35%. That gap is the opportunity.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 Struggle Detector, Not a Score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•  Students read from real books — not a screen — into a classroom 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•  3-engine ASR pipeline cross-validates every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•  13 miscue types: hesitations, substitutions, self-corrections, fragments, omissions...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•  Rich per-word data — duration, pace, struggle path — zero teacher 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F2FE"/>
                </a:solidFill>
                <a:latin typeface="Segoe UI"/>
              </a:defRPr>
            </a:pPr>
            <a:r>
              <a:t>“A Fitbit for reading fluency — reliable, unobtrusive, a force multiplier for teachers.”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Traction &amp;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  <a:latin typeface="Segoe UI"/>
              </a:rPr>
              <a:t>•  Live pilot at Morningside Academy</a:t>
            </a:r>
            <a:r>
              <a:rPr sz="2200" b="0">
                <a:solidFill>
                  <a:srgbClr val="F1F5F9"/>
                </a:solidFill>
                <a:latin typeface="Segoe UI"/>
              </a:rPr>
              <a:t> — real students, real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  <a:latin typeface="Segoe UI"/>
              </a:rPr>
              <a:t>•  $2.4B market</a:t>
            </a:r>
            <a:r>
              <a:rPr sz="2200" b="0">
                <a:solidFill>
                  <a:srgbClr val="F1F5F9"/>
                </a:solidFill>
                <a:latin typeface="Segoe UI"/>
              </a:rPr>
              <a:t> — middle school RTI drastically underserved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  <a:latin typeface="Segoe UI"/>
              </a:rPr>
              <a:t>•  Data moat:</a:t>
            </a:r>
            <a:r>
              <a:rPr sz="2200" b="0">
                <a:solidFill>
                  <a:srgbClr val="F1F5F9"/>
                </a:solidFill>
                <a:latin typeface="Segoe UI"/>
              </a:rPr>
              <a:t> every session = proprietary disfluent children's speech — scarcest dataset in EdTech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4754880"/>
          <a:ext cx="7589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651760"/>
                <a:gridCol w="265176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DD3FC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DD3FC"/>
                          </a:solidFill>
                          <a:latin typeface="Segoe UI"/>
                        </a:defRPr>
                      </a:pPr>
                      <a:r>
                        <a:t>Score-Level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DD3FC"/>
                          </a:solidFill>
                          <a:latin typeface="Segoe UI"/>
                        </a:defRPr>
                      </a:pPr>
                      <a:r>
                        <a:t>Struggle-Level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Screen-based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NWEA, iStation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Physical Books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Amira ($40M), Ello (YC)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PACER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Team &amp; 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Emma Hendricks</a:t>
            </a:r>
            <a:r>
              <a:rPr sz="2000">
                <a:solidFill>
                  <a:srgbClr val="E0F2FE"/>
                </a:solidFill>
                <a:latin typeface="Segoe UI"/>
              </a:rPr>
              <a:t>  —  PhD Vanderbilt (#1 SpEd) • Mentored by Doug Fuchs (PALs creator) • Runs Wing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Liam Branigan</a:t>
            </a:r>
            <a:r>
              <a:rPr sz="2000">
                <a:solidFill>
                  <a:srgbClr val="E0F2FE"/>
                </a:solidFill>
                <a:latin typeface="Segoe UI"/>
              </a:rPr>
              <a:t>  —  10+ yr entrepreneur • Built full AI pipeline solo • All-in, 7 days/week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Network: </a:t>
            </a:r>
            <a:r>
              <a:rPr sz="2000">
                <a:solidFill>
                  <a:srgbClr val="E0F2FE"/>
                </a:solidFill>
                <a:latin typeface="Segoe UI"/>
              </a:rPr>
              <a:t>Morningside Academy (classroom access) • Nvidia (family — distinguished engineer) • Precision teaching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F2FE"/>
                </a:solidFill>
                <a:latin typeface="Segoe UI"/>
              </a:defRPr>
            </a:pPr>
            <a:r>
              <a:t>Soapbox Labs was acquired for its children's speech data alone. Then closed their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Every Struggling Reader Found.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DD3FC"/>
                </a:solidFill>
                <a:latin typeface="Segoe UI"/>
              </a:defRPr>
            </a:pPr>
            <a:r>
              <a:t>Seeking Launch.co partnership to put Pacer in 50 classrooms in 12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9319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Segoe UI"/>
              </a:rPr>
              <a:t>Hire  </a:t>
            </a:r>
            <a:r>
              <a:rPr sz="2200">
                <a:solidFill>
                  <a:srgbClr val="F1F5F9"/>
                </a:solidFill>
                <a:latin typeface="Segoe UI"/>
              </a:rPr>
              <a:t>first ML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480559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Segoe UI"/>
              </a:rPr>
              <a:t>Deploy  </a:t>
            </a:r>
            <a:r>
              <a:rPr sz="2200">
                <a:solidFill>
                  <a:srgbClr val="F1F5F9"/>
                </a:solidFill>
                <a:latin typeface="Segoe UI"/>
              </a:rPr>
              <a:t>edge hardware in classrooms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5029199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Segoe UI"/>
              </a:rPr>
              <a:t>Validate  </a:t>
            </a:r>
            <a:r>
              <a:rPr sz="2200">
                <a:solidFill>
                  <a:srgbClr val="F1F5F9"/>
                </a:solidFill>
                <a:latin typeface="Segoe UI"/>
              </a:rPr>
              <a:t>3 paid district pilots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Pacer — AI-Powered Reading Struggle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